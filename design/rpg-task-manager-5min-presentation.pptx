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8"/>
          </a:solidFill>
          <a:ln w="12700">
            <a:solidFill>
              <a:srgbClr val="0E13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62043">
              <a:alpha val="88000"/>
            </a:srgbClr>
          </a:solidFill>
          <a:ln w="12700">
            <a:solidFill>
              <a:srgbClr val="1620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280160"/>
            <a:ext cx="4023360" cy="3474720"/>
          </a:xfrm>
          <a:prstGeom prst="arc">
            <a:avLst/>
          </a:prstGeom>
          <a:solidFill>
            <a:srgbClr val="23325F">
              <a:alpha val="85000"/>
            </a:srgbClr>
          </a:solidFill>
          <a:ln w="12700">
            <a:solidFill>
              <a:srgbClr val="23325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789920" y="5394960"/>
            <a:ext cx="822960" cy="502920"/>
          </a:xfrm>
          <a:prstGeom prst="chevron">
            <a:avLst/>
          </a:prstGeom>
          <a:solidFill>
            <a:srgbClr val="E9C46A">
              <a:alpha val="82000"/>
            </a:srgbClr>
          </a:solidFill>
          <a:ln w="12700">
            <a:solidFill>
              <a:srgbClr val="E9C46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9C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クエストマネージャー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2C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日常タスクを、冒険として続けられる体験に変える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469880" y="274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5 min pitch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6812280" cy="4251960"/>
          </a:xfrm>
          <a:prstGeom prst="roundRect">
            <a:avLst>
              <a:gd name="adj" fmla="val 1720"/>
            </a:avLst>
          </a:prstGeom>
          <a:solidFill>
            <a:srgbClr val="223463">
              <a:alpha val="95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190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D3FC"/>
                </a:solidFill>
              </a:rPr>
              <a:t>TASKS BECOME QUESTS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2E7"/>
                </a:solidFill>
              </a:rPr>
              <a:t>続かないタスク管理を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7F2E7"/>
                </a:solidFill>
              </a:rPr>
              <a:t>経験値・レベル・ステージ変化で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7F2E7"/>
                </a:solidFill>
              </a:rPr>
              <a:t>前進が見える冒険にする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2C5"/>
                </a:solidFill>
              </a:rPr>
              <a:t>RPG 風 UI のタスク管理アプリです。フロントエンドは React + Vite、バックエンドは Cloudflare Workers + D1 を使っています。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983480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9C46A">
              <a:alpha val="92000"/>
            </a:srgbClr>
          </a:solidFill>
          <a:ln w="12700">
            <a:solidFill>
              <a:srgbClr val="F4D5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5038344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328"/>
                </a:solidFill>
              </a:rPr>
              <a:t>5分で全体像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14600" y="498348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9C46A">
              <a:alpha val="92000"/>
            </a:srgbClr>
          </a:solidFill>
          <a:ln w="12700">
            <a:solidFill>
              <a:srgbClr val="F4D5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7752" y="5038344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328"/>
                </a:solidFill>
              </a:rPr>
              <a:t>RPG演出重視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43400" y="498348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E9C46A">
              <a:alpha val="92000"/>
            </a:srgbClr>
          </a:solidFill>
          <a:ln w="12700">
            <a:solidFill>
              <a:srgbClr val="F4D5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6552" y="50383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328"/>
                </a:solidFill>
              </a:rPr>
              <a:t>プロダクト中心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26680" y="1325880"/>
            <a:ext cx="3840480" cy="4343400"/>
          </a:xfrm>
          <a:prstGeom prst="roundRect">
            <a:avLst>
              <a:gd name="adj" fmla="val 1905"/>
            </a:avLst>
          </a:prstGeom>
          <a:solidFill>
            <a:srgbClr val="17223F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1664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</a:rPr>
              <a:t>冒険の報酬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01000" y="2057400"/>
            <a:ext cx="292608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タスク完了で EXP を獲得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レベルアップで達成感を強化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ステージ変化で成長を可視化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NPC メッセージで継続を後押し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</a:rPr>
              <a:t>Pitch flow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9560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2E7"/>
                </a:solidFill>
              </a:rPr>
              <a:t>課題 → 体験 → 強み → 技術 → まとめ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8"/>
          </a:solidFill>
          <a:ln w="12700">
            <a:solidFill>
              <a:srgbClr val="0E13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62043">
              <a:alpha val="88000"/>
            </a:srgbClr>
          </a:solidFill>
          <a:ln w="12700">
            <a:solidFill>
              <a:srgbClr val="1620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280160"/>
            <a:ext cx="4023360" cy="3474720"/>
          </a:xfrm>
          <a:prstGeom prst="arc">
            <a:avLst/>
          </a:prstGeom>
          <a:solidFill>
            <a:srgbClr val="23325F">
              <a:alpha val="85000"/>
            </a:srgbClr>
          </a:solidFill>
          <a:ln w="12700">
            <a:solidFill>
              <a:srgbClr val="23325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789920" y="5394960"/>
            <a:ext cx="822960" cy="502920"/>
          </a:xfrm>
          <a:prstGeom prst="chevron">
            <a:avLst/>
          </a:prstGeom>
          <a:solidFill>
            <a:srgbClr val="E9C46A">
              <a:alpha val="82000"/>
            </a:srgbClr>
          </a:solidFill>
          <a:ln w="12700">
            <a:solidFill>
              <a:srgbClr val="E9C46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9C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Quest 1. なぜ必要か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2C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タスクが続かない原因を、RPGの言葉で再定義する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469880" y="274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5 min pitch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1B2549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32588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14203F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6642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C46A"/>
                </a:solidFill>
              </a:rPr>
              <a:t>現実のタスク管理の課題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2121408"/>
            <a:ext cx="4572000" cy="2880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進捗が数字だけで、前進の実感が薄い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完了しても小さな達成感しか残らない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期限や難易度の判断が後回しになりやすい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続ける仕組みが弱く、習慣化しづらい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1664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C46A"/>
                </a:solidFill>
              </a:rPr>
              <a:t>RPGとして置き換える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01968" y="2121408"/>
            <a:ext cx="411480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 = クエスト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 = EXP とレベル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 = 冒険ステージの解放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完了後 = 仲間からのメッセージ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11112" y="495604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E7F2"/>
                </a:solidFill>
              </a:rPr>
              <a:t>結果: やるべきことを、やりたくなる見た目に変える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8"/>
          </a:solidFill>
          <a:ln w="12700">
            <a:solidFill>
              <a:srgbClr val="0E13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62043">
              <a:alpha val="88000"/>
            </a:srgbClr>
          </a:solidFill>
          <a:ln w="12700">
            <a:solidFill>
              <a:srgbClr val="1620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280160"/>
            <a:ext cx="4023360" cy="3474720"/>
          </a:xfrm>
          <a:prstGeom prst="arc">
            <a:avLst/>
          </a:prstGeom>
          <a:solidFill>
            <a:srgbClr val="23325F">
              <a:alpha val="85000"/>
            </a:srgbClr>
          </a:solidFill>
          <a:ln w="12700">
            <a:solidFill>
              <a:srgbClr val="23325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789920" y="5394960"/>
            <a:ext cx="822960" cy="502920"/>
          </a:xfrm>
          <a:prstGeom prst="chevron">
            <a:avLst/>
          </a:prstGeom>
          <a:solidFill>
            <a:srgbClr val="E9C46A">
              <a:alpha val="82000"/>
            </a:srgbClr>
          </a:solidFill>
          <a:ln w="12700">
            <a:solidFill>
              <a:srgbClr val="E9C46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9C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Quest 2. 体験の核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2C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入力から達成までを、1 本の冒険導線として設計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469880" y="274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5 min pitch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2084832" cy="3474720"/>
          </a:xfrm>
          <a:prstGeom prst="roundRect">
            <a:avLst>
              <a:gd name="adj" fmla="val 3509"/>
            </a:avLst>
          </a:prstGeom>
          <a:solidFill>
            <a:srgbClr val="1D2A52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1883664"/>
            <a:ext cx="384048" cy="38404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F4D5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9293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328"/>
                </a:solidFill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" y="2395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C46A"/>
                </a:solidFill>
              </a:rPr>
              <a:t>ログイン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2999232"/>
            <a:ext cx="17373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7F2E7"/>
                </a:solidFill>
              </a:rPr>
              <a:t>Google / ゲスト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7F2E7"/>
                </a:solidFill>
              </a:rPr>
              <a:t>メールで参加し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7F2E7"/>
                </a:solidFill>
              </a:rPr>
              <a:t>すぐ冒険開始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87552" y="4590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D3FC"/>
                </a:solidFill>
              </a:rPr>
              <a:t>入口のハードルを下げる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71800" y="1737360"/>
            <a:ext cx="2084832" cy="3474720"/>
          </a:xfrm>
          <a:prstGeom prst="roundRect">
            <a:avLst>
              <a:gd name="adj" fmla="val 3509"/>
            </a:avLst>
          </a:prstGeom>
          <a:solidFill>
            <a:srgbClr val="223463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81528" y="1883664"/>
            <a:ext cx="384048" cy="38404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F4D5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81528" y="19293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328"/>
                </a:solidFill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36392" y="2395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C46A"/>
                </a:solidFill>
              </a:rPr>
              <a:t>依頼を受注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36392" y="2999232"/>
            <a:ext cx="17373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7F2E7"/>
                </a:solidFill>
              </a:rPr>
              <a:t>日本語タスクを入力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7F2E7"/>
                </a:solidFill>
              </a:rPr>
              <a:t>期限も設定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7F2E7"/>
                </a:solidFill>
              </a:rPr>
              <a:t>音声入力にも対応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136392" y="4590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D3FC"/>
                </a:solidFill>
              </a:rPr>
              <a:t>入力の摩擦を減らす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20640" y="1737360"/>
            <a:ext cx="2084832" cy="3474720"/>
          </a:xfrm>
          <a:prstGeom prst="roundRect">
            <a:avLst>
              <a:gd name="adj" fmla="val 3509"/>
            </a:avLst>
          </a:prstGeom>
          <a:solidFill>
            <a:srgbClr val="1D2A52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0368" y="1883664"/>
            <a:ext cx="384048" cy="38404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F4D5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19293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328"/>
                </a:solidFill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85232" y="2395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C46A"/>
                </a:solidFill>
              </a:rPr>
              <a:t>難易度判定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85232" y="2999232"/>
            <a:ext cx="17373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7F2E7"/>
                </a:solidFill>
              </a:rPr>
              <a:t>AI が難易度を補助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7F2E7"/>
                </a:solidFill>
              </a:rPr>
              <a:t>手動でも調整可能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7F2E7"/>
                </a:solidFill>
              </a:rPr>
              <a:t>報酬感を整える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85232" y="4590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D3FC"/>
                </a:solidFill>
              </a:rPr>
              <a:t>クエスト価値を見える化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69480" y="1737360"/>
            <a:ext cx="2084832" cy="3474720"/>
          </a:xfrm>
          <a:prstGeom prst="roundRect">
            <a:avLst>
              <a:gd name="adj" fmla="val 3509"/>
            </a:avLst>
          </a:prstGeom>
          <a:solidFill>
            <a:srgbClr val="223463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79208" y="1883664"/>
            <a:ext cx="384048" cy="38404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F4D58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79208" y="19293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328"/>
                </a:solidFill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34072" y="2395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C46A"/>
                </a:solidFill>
              </a:rPr>
              <a:t>達成演出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34072" y="2999232"/>
            <a:ext cx="17373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7F2E7"/>
                </a:solidFill>
              </a:rPr>
              <a:t>完了で EXP 獲得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7F2E7"/>
                </a:solidFill>
              </a:rPr>
              <a:t>レベルアップ演出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7F2E7"/>
                </a:solidFill>
              </a:rPr>
              <a:t>NPC が祝福する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434072" y="4590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D3FC"/>
                </a:solidFill>
              </a:rPr>
              <a:t>継続の報酬を明確化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418320" y="1737360"/>
            <a:ext cx="2084832" cy="3474720"/>
          </a:xfrm>
          <a:prstGeom prst="roundRect">
            <a:avLst>
              <a:gd name="adj" fmla="val 3509"/>
            </a:avLst>
          </a:prstGeom>
          <a:solidFill>
            <a:srgbClr val="1D2A52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28048" y="1883664"/>
            <a:ext cx="384048" cy="38404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F4D5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28048" y="19293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328"/>
                </a:solidFill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582912" y="2395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C46A"/>
                </a:solidFill>
              </a:rPr>
              <a:t>世界が変わる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582912" y="2999232"/>
            <a:ext cx="17373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7F2E7"/>
                </a:solidFill>
              </a:rPr>
              <a:t>レベルに応じて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7F2E7"/>
                </a:solidFill>
              </a:rPr>
              <a:t>冒険ステージが進み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7F2E7"/>
                </a:solidFill>
              </a:rPr>
              <a:t>成長が画面に残る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582912" y="4590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D3FC"/>
                </a:solidFill>
              </a:rPr>
              <a:t>前進を世界観で可視化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8"/>
          </a:solidFill>
          <a:ln w="12700">
            <a:solidFill>
              <a:srgbClr val="0E13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62043">
              <a:alpha val="88000"/>
            </a:srgbClr>
          </a:solidFill>
          <a:ln w="12700">
            <a:solidFill>
              <a:srgbClr val="1620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280160"/>
            <a:ext cx="4023360" cy="3474720"/>
          </a:xfrm>
          <a:prstGeom prst="arc">
            <a:avLst/>
          </a:prstGeom>
          <a:solidFill>
            <a:srgbClr val="23325F">
              <a:alpha val="85000"/>
            </a:srgbClr>
          </a:solidFill>
          <a:ln w="12700">
            <a:solidFill>
              <a:srgbClr val="23325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789920" y="5394960"/>
            <a:ext cx="822960" cy="502920"/>
          </a:xfrm>
          <a:prstGeom prst="chevron">
            <a:avLst/>
          </a:prstGeom>
          <a:solidFill>
            <a:srgbClr val="E9C46A">
              <a:alpha val="82000"/>
            </a:srgbClr>
          </a:solidFill>
          <a:ln w="12700">
            <a:solidFill>
              <a:srgbClr val="E9C46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9C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Quest 3. デモで見せる強み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2C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短い発表でも映える要素を、機能ではなく体験価値で並べる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469880" y="274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5 min pitch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1D2A52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32588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223463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1325880"/>
            <a:ext cx="3154680" cy="4526280"/>
          </a:xfrm>
          <a:prstGeom prst="roundRect">
            <a:avLst>
              <a:gd name="adj" fmla="val 2319"/>
            </a:avLst>
          </a:prstGeom>
          <a:solidFill>
            <a:srgbClr val="1D2A52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C46A"/>
                </a:solidFill>
              </a:rPr>
              <a:t>続けやすさ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2834640" cy="2880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音声入力でクエスト追加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期限アラートで取りこぼしを防ぐ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ログインボーナスで起動の動機を作る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継続ボーナスで集中時間を維持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C46A"/>
                </a:solidFill>
              </a:rPr>
              <a:t>達成感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2743200" cy="2880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クエスト達成ポップアップ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 加算とレベルアップ演出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ステージ背景の変化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仲間キャラの祝福メッセージ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4108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C46A"/>
                </a:solidFill>
              </a:rPr>
              <a:t>運用性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95360" y="2011680"/>
            <a:ext cx="2331720" cy="2880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ログイン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ゲストログイン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状態フィルタ / 並び替え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難易度・期限・進行度を一元管理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8"/>
          </a:solidFill>
          <a:ln w="12700">
            <a:solidFill>
              <a:srgbClr val="0E13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62043">
              <a:alpha val="88000"/>
            </a:srgbClr>
          </a:solidFill>
          <a:ln w="12700">
            <a:solidFill>
              <a:srgbClr val="1620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280160"/>
            <a:ext cx="4023360" cy="3474720"/>
          </a:xfrm>
          <a:prstGeom prst="arc">
            <a:avLst/>
          </a:prstGeom>
          <a:solidFill>
            <a:srgbClr val="23325F">
              <a:alpha val="85000"/>
            </a:srgbClr>
          </a:solidFill>
          <a:ln w="12700">
            <a:solidFill>
              <a:srgbClr val="23325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789920" y="5394960"/>
            <a:ext cx="822960" cy="502920"/>
          </a:xfrm>
          <a:prstGeom prst="chevron">
            <a:avLst/>
          </a:prstGeom>
          <a:solidFill>
            <a:srgbClr val="E9C46A">
              <a:alpha val="82000"/>
            </a:srgbClr>
          </a:solidFill>
          <a:ln w="12700">
            <a:solidFill>
              <a:srgbClr val="E9C46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9C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Quest 4. 技術スタック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2C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README と実装本文から抽出した、今回の構成要素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469880" y="274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5 min pitch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2344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223463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12344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1D2A52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92824" y="1234440"/>
            <a:ext cx="2240280" cy="2011680"/>
          </a:xfrm>
          <a:prstGeom prst="roundRect">
            <a:avLst>
              <a:gd name="adj" fmla="val 3636"/>
            </a:avLst>
          </a:prstGeom>
          <a:solidFill>
            <a:srgbClr val="223463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43416" y="123444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1D2A52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474720"/>
            <a:ext cx="10826496" cy="2240280"/>
          </a:xfrm>
          <a:prstGeom prst="roundRect">
            <a:avLst>
              <a:gd name="adj" fmla="val 3265"/>
            </a:avLst>
          </a:prstGeom>
          <a:solidFill>
            <a:srgbClr val="182447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14996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</a:rPr>
              <a:t>Frontend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1847088"/>
            <a:ext cx="22402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19.2.0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Vite 7.3.1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lucide-react 0.577.0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58768" y="149961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</a:rPr>
              <a:t>Backend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31336" y="1847088"/>
            <a:ext cx="21945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Cloudflare Workers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Cloudflare D1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Wrangler 4.8.0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14996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</a:rPr>
              <a:t>Auth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84848" y="1847088"/>
            <a:ext cx="1737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Sign-In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PBKDF2 password hashing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Bearer token auth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2872" y="14996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</a:rPr>
              <a:t>AI / UX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5440" y="1847088"/>
            <a:ext cx="187452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OpenRouter API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difficulty scoring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NPC companion message generation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SpeechRecognition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Notification API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Single-worker deploy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96112" y="37307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46A"/>
                </a:solidFill>
              </a:rPr>
              <a:t>抽出根拠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069080"/>
            <a:ext cx="987552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フロントエンド: React 19, Vite 7, lucide-react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バックエンド: Cloudflare Workers, D1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認証: PBKDF2 ベースのパスワードハッシュ + Bearer トークン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本文実装: Google Sign-In, SpeechRecognition, Notification, OpenRouter, AI 難易度判定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8"/>
          </a:solidFill>
          <a:ln w="12700">
            <a:solidFill>
              <a:srgbClr val="0E13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62043">
              <a:alpha val="88000"/>
            </a:srgbClr>
          </a:solidFill>
          <a:ln w="12700">
            <a:solidFill>
              <a:srgbClr val="1620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280160"/>
            <a:ext cx="4023360" cy="3474720"/>
          </a:xfrm>
          <a:prstGeom prst="arc">
            <a:avLst/>
          </a:prstGeom>
          <a:solidFill>
            <a:srgbClr val="23325F">
              <a:alpha val="85000"/>
            </a:srgbClr>
          </a:solidFill>
          <a:ln w="12700">
            <a:solidFill>
              <a:srgbClr val="23325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789920" y="5394960"/>
            <a:ext cx="822960" cy="502920"/>
          </a:xfrm>
          <a:prstGeom prst="chevron">
            <a:avLst/>
          </a:prstGeom>
          <a:solidFill>
            <a:srgbClr val="E9C46A">
              <a:alpha val="82000"/>
            </a:srgbClr>
          </a:solidFill>
          <a:ln w="12700">
            <a:solidFill>
              <a:srgbClr val="E9C46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9C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Final Quest. まとめ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12648" y="82296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2C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タスク管理を、義務ではなく前進の物語として見せる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469880" y="274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5 min pitch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280160"/>
            <a:ext cx="6720840" cy="4526280"/>
          </a:xfrm>
          <a:prstGeom prst="roundRect">
            <a:avLst>
              <a:gd name="adj" fmla="val 1616"/>
            </a:avLst>
          </a:prstGeom>
          <a:solidFill>
            <a:srgbClr val="1A274C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1280160"/>
            <a:ext cx="3794760" cy="4526280"/>
          </a:xfrm>
          <a:prstGeom prst="roundRect">
            <a:avLst>
              <a:gd name="adj" fmla="val 1928"/>
            </a:avLst>
          </a:prstGeom>
          <a:solidFill>
            <a:srgbClr val="13203D">
              <a:alpha val="97000"/>
            </a:srgbClr>
          </a:solidFill>
          <a:ln w="12700">
            <a:solidFill>
              <a:srgbClr val="5B6C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6642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C46A"/>
                </a:solidFill>
              </a:rPr>
              <a:t>このプロダクトが目指したもの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084832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2E7"/>
                </a:solidFill>
              </a:rPr>
              <a:t>やるべきことを、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7F2E7"/>
                </a:solidFill>
              </a:rPr>
              <a:t>やりたくなる冒険へ。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50976" y="3767328"/>
            <a:ext cx="539496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RPG UI によって進捗の見え方を変える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とブラウザ機能で入力と継続の負荷を下げる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Cloudflare ベースで軽量に公開しやすい構成にする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73568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C46A"/>
                </a:solidFill>
              </a:rPr>
              <a:t>5分発表の締め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955280" y="2103120"/>
            <a:ext cx="274320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課題は単なる管理ではなく継続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解決策はクエスト化と成長演出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7F2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見た目だけでなく認証・AI・通知まで実装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73568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E7F2"/>
                </a:solidFill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クエストマネージャー 5分発表資料</dc:title>
  <dc:subject>RPG-themed product presentation</dc:subject>
  <dc:creator>OpenAI Codex</dc:creator>
  <cp:lastModifiedBy>OpenAI Codex</cp:lastModifiedBy>
  <cp:revision>1</cp:revision>
  <dcterms:created xsi:type="dcterms:W3CDTF">2026-03-15T08:49:17Z</dcterms:created>
  <dcterms:modified xsi:type="dcterms:W3CDTF">2026-03-15T08:49:17Z</dcterms:modified>
</cp:coreProperties>
</file>